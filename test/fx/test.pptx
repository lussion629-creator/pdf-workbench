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발표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부제목 텍스트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두 번째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 줄 내용</a:t>
            </a:r>
          </a:p>
          <a:p>
            <a:r>
              <a:t>둘째 줄 내용</a:t>
            </a:r>
          </a:p>
        </p:txBody>
      </p:sp>
      <p:pic>
        <p:nvPicPr>
          <p:cNvPr id="4" name="Picture 3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193932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